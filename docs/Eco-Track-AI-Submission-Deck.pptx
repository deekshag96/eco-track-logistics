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/>
            </a:pPr>
            <a:r>
              <a:t>Eco-Track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Dynamic Supply Chain Optimization</a:t>
            </a:r>
          </a:p>
          <a:p>
            <a:pPr>
              <a:spcAft>
                <a:spcPts val="1200"/>
              </a:spcAft>
              <a:defRPr sz="2000"/>
            </a:pPr>
            <a:r>
              <a:t>Solution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1.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Global logistics lacks real-time, actionable carbon visibility.</a:t>
            </a:r>
          </a:p>
          <a:p>
            <a:pPr>
              <a:spcAft>
                <a:spcPts val="1200"/>
              </a:spcAft>
              <a:defRPr sz="2000"/>
            </a:pPr>
            <a:r>
              <a:t>Supply chain teams need dynamic tools to balance delivery speed with CO2 emissions.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2.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Eco-Track AI instantly maps carbon footprints across multimodal transport options.</a:t>
            </a:r>
          </a:p>
          <a:p>
            <a:pPr>
              <a:spcAft>
                <a:spcPts val="1200"/>
              </a:spcAft>
              <a:defRPr sz="2000"/>
            </a:pPr>
            <a:r>
              <a:t>Empowering dispatchers to select the "Greenest Choice" operationally.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3.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- Frontend: React.js, Tailwind CSS, Lucide Icons</a:t>
            </a:r>
          </a:p>
          <a:p>
            <a:pPr>
              <a:spcAft>
                <a:spcPts val="1200"/>
              </a:spcAft>
              <a:defRPr sz="2000"/>
            </a:pPr>
            <a:r>
              <a:t>- AI Core: Gemini 2.5 Flash</a:t>
            </a:r>
          </a:p>
          <a:p>
            <a:pPr>
              <a:spcAft>
                <a:spcPts val="1200"/>
              </a:spcAft>
              <a:defRPr sz="2000"/>
            </a:pPr>
            <a:r>
              <a:t>- Hosting: Google Cloud Firebase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4. Generative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Gemini 2.5 Flash analyzes payload weight, distance, and transit nodes.</a:t>
            </a:r>
          </a:p>
          <a:p>
            <a:pPr>
              <a:spcAft>
                <a:spcPts val="1200"/>
              </a:spcAft>
              <a:defRPr sz="2000"/>
            </a:pPr>
            <a:r>
              <a:t>It returns structured JSON grading each mode's exact CO2 output and transit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5. Zero-Crash Fallback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If the Gemini AI is unreachable, the system instantly hot-swaps to an Edge Fallback.</a:t>
            </a:r>
          </a:p>
          <a:p>
            <a:pPr>
              <a:spcAft>
                <a:spcPts val="1200"/>
              </a:spcAft>
              <a:defRPr sz="2000"/>
            </a:pPr>
            <a:r>
              <a:t>Continuous uptime for enterprise logistics.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6. Google Cloud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Deployed via Firebase Hosting for high-availability.</a:t>
            </a:r>
          </a:p>
          <a:p>
            <a:pPr>
              <a:spcAft>
                <a:spcPts val="1200"/>
              </a:spcAft>
              <a:defRPr sz="2000"/>
            </a:pPr>
            <a:r>
              <a:t>Edge-cached assets ensuring millisecond response times globally.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7. Sustainability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Directly targets SDG 13: Climate Action.</a:t>
            </a:r>
          </a:p>
          <a:p>
            <a:pPr>
              <a:spcAft>
                <a:spcPts val="1200"/>
              </a:spcAft>
              <a:defRPr sz="2000"/>
            </a:pPr>
            <a:r>
              <a:t>Enables a projected 15-30% reduction in fleet emissions by visualizing drone and EV alternatives.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8. Enterprise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Pillar 1: Immutable Carbon Audit Trails (Smart Contracts)</a:t>
            </a:r>
          </a:p>
          <a:p>
            <a:pPr>
              <a:spcAft>
                <a:spcPts val="1200"/>
              </a:spcAft>
              <a:defRPr sz="2000"/>
            </a:pPr>
            <a:r>
              <a:t>Anchoring Gemini 2.5 Flash predictions to a Layer-2 blockchain for tamper-proof ESG reporting and regulatory compliance.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Pillar 2: Fleet Companion App (Flutter)</a:t>
            </a:r>
          </a:p>
          <a:p>
            <a:pPr>
              <a:spcAft>
                <a:spcPts val="1200"/>
              </a:spcAft>
              <a:defRPr sz="2000"/>
            </a:pPr>
            <a:r>
              <a:t>A cross-platform mobile app feeding live IoT weigh-station telemetry and GPS data directly into the React routing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9.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Lead Developer &amp; Architect: Deeksha G</a:t>
            </a:r>
          </a:p>
          <a:p>
            <a:pPr>
              <a:spcAft>
                <a:spcPts val="1200"/>
              </a:spcAft>
              <a:defRPr sz="2000"/>
            </a:pPr>
            <a:r>
              <a:t>Track: Smart Supply Chains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10. Prototype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</a:xfrm>
        </p:spPr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GitHub Public Repository: https://github.com/DeekshaG96/eco-track-logistics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MVP / Working Prototype Link: https://techspire-13303696-1c68d.web.app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Demo Video Link: https://github.com/DeekshaG96/eco-track-logistics/blob/main/demo/ecotrack_final_demo.webp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